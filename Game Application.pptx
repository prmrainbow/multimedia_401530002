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51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61D7-726B-49CF-9F53-F1E7D79F079D}" type="datetimeFigureOut">
              <a:rPr lang="zh-TW" altLang="en-US" smtClean="0"/>
              <a:t>2016/5/16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61D7-726B-49CF-9F53-F1E7D79F079D}" type="datetimeFigureOut">
              <a:rPr lang="zh-TW" altLang="en-US" smtClean="0"/>
              <a:t>2016/5/16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61D7-726B-49CF-9F53-F1E7D79F079D}" type="datetimeFigureOut">
              <a:rPr lang="zh-TW" altLang="en-US" smtClean="0"/>
              <a:t>2016/5/16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61D7-726B-49CF-9F53-F1E7D79F079D}" type="datetimeFigureOut">
              <a:rPr lang="zh-TW" altLang="en-US" smtClean="0"/>
              <a:t>2016/5/16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61D7-726B-49CF-9F53-F1E7D79F079D}" type="datetimeFigureOut">
              <a:rPr lang="zh-TW" altLang="en-US" smtClean="0"/>
              <a:t>2016/5/16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61D7-726B-49CF-9F53-F1E7D79F079D}" type="datetimeFigureOut">
              <a:rPr lang="zh-TW" altLang="en-US" smtClean="0"/>
              <a:t>2016/5/16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61D7-726B-49CF-9F53-F1E7D79F079D}" type="datetimeFigureOut">
              <a:rPr lang="zh-TW" altLang="en-US" smtClean="0"/>
              <a:t>2016/5/16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61D7-726B-49CF-9F53-F1E7D79F079D}" type="datetimeFigureOut">
              <a:rPr lang="zh-TW" altLang="en-US" smtClean="0"/>
              <a:t>2016/5/16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61D7-726B-49CF-9F53-F1E7D79F079D}" type="datetimeFigureOut">
              <a:rPr lang="zh-TW" altLang="en-US" smtClean="0"/>
              <a:t>2016/5/16</a:t>
            </a:fld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61D7-726B-49CF-9F53-F1E7D79F079D}" type="datetimeFigureOut">
              <a:rPr lang="zh-TW" altLang="en-US" smtClean="0"/>
              <a:t>2016/5/16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61D7-726B-49CF-9F53-F1E7D79F079D}" type="datetimeFigureOut">
              <a:rPr lang="zh-TW" altLang="en-US" smtClean="0"/>
              <a:t>2016/5/16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FAD661D7-726B-49CF-9F53-F1E7D79F079D}" type="datetimeFigureOut">
              <a:rPr lang="zh-TW" altLang="en-US" smtClean="0"/>
              <a:t>2016/5/16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67544" y="260648"/>
            <a:ext cx="7200800" cy="1296143"/>
          </a:xfrm>
        </p:spPr>
        <p:txBody>
          <a:bodyPr/>
          <a:lstStyle/>
          <a:p>
            <a:r>
              <a:rPr lang="en-US" altLang="zh-TW" b="1" dirty="0" smtClean="0">
                <a:latin typeface="+mn-lt"/>
              </a:rPr>
              <a:t>Game Application</a:t>
            </a:r>
            <a:endParaRPr lang="zh-TW" altLang="en-US" b="1" dirty="0">
              <a:latin typeface="+mn-lt"/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1017898" y="1835746"/>
            <a:ext cx="1080120" cy="64574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/>
              <a:t>What</a:t>
            </a:r>
            <a:endParaRPr lang="zh-TW" altLang="en-US" dirty="0"/>
          </a:p>
        </p:txBody>
      </p:sp>
      <p:sp>
        <p:nvSpPr>
          <p:cNvPr id="8" name="圓角矩形 7"/>
          <p:cNvSpPr/>
          <p:nvPr/>
        </p:nvSpPr>
        <p:spPr>
          <a:xfrm>
            <a:off x="1017898" y="3542128"/>
            <a:ext cx="1080120" cy="64574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/>
              <a:t>How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2623778" y="3387944"/>
            <a:ext cx="36621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zh-TW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  <a:r>
              <a:rPr lang="zh-TW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TW" alt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建置</a:t>
            </a:r>
            <a:r>
              <a:rPr lang="en-US" altLang="zh-TW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GUI</a:t>
            </a:r>
          </a:p>
          <a:p>
            <a:pPr marL="285750" indent="-285750">
              <a:buFontTx/>
              <a:buChar char="-"/>
            </a:pPr>
            <a:r>
              <a:rPr lang="en-US" altLang="zh-TW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  <a:r>
              <a:rPr lang="zh-TW" alt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資料存取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623778" y="1865523"/>
            <a:ext cx="445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養成遊戲，藉由打怪物提高等級，增強戰力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pic>
        <p:nvPicPr>
          <p:cNvPr id="1026" name="Picture 2" descr="http://pic.3h3.com/up/2013-7/2013772929093903436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689" y="4496235"/>
            <a:ext cx="3058311" cy="231351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mepopedia.com/~web104-2a/hw05/hw05-1035445001/images/20141218151932_13286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41" y="4720755"/>
            <a:ext cx="1551633" cy="187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538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相鄰">
  <a:themeElements>
    <a:clrScheme name="相鄰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相鄰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31</TotalTime>
  <Words>22</Words>
  <Application>Microsoft Office PowerPoint</Application>
  <PresentationFormat>如螢幕大小 (4:3)</PresentationFormat>
  <Paragraphs>6</Paragraphs>
  <Slides>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相鄰</vt:lpstr>
      <vt:lpstr>Game Application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Application</dc:title>
  <dc:creator>許雅涵</dc:creator>
  <cp:lastModifiedBy>許雅涵</cp:lastModifiedBy>
  <cp:revision>4</cp:revision>
  <dcterms:created xsi:type="dcterms:W3CDTF">2016-05-16T06:40:40Z</dcterms:created>
  <dcterms:modified xsi:type="dcterms:W3CDTF">2016-05-16T07:12:37Z</dcterms:modified>
</cp:coreProperties>
</file>