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56E12ED-B26F-410B-853C-127D537D832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AD661D7-726B-49CF-9F53-F1E7D79F079D}" type="datetimeFigureOut">
              <a:rPr lang="zh-TW" altLang="en-US" smtClean="0"/>
              <a:t>2016/5/24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685800" y="1771129"/>
            <a:ext cx="7543800" cy="2593975"/>
          </a:xfrm>
        </p:spPr>
        <p:txBody>
          <a:bodyPr/>
          <a:lstStyle/>
          <a:p>
            <a:r>
              <a:rPr lang="en-US" altLang="zh-TW" b="1" dirty="0"/>
              <a:t>Game Application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>
          <a:xfrm>
            <a:off x="846544" y="4572000"/>
            <a:ext cx="6461760" cy="10668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altLang="zh-TW" dirty="0" smtClean="0"/>
              <a:t>401530030</a:t>
            </a:r>
            <a:r>
              <a:rPr lang="zh-TW" altLang="en-US" dirty="0" smtClean="0"/>
              <a:t>  謝孟璆</a:t>
            </a:r>
            <a:endParaRPr lang="en-US" altLang="zh-TW" dirty="0" smtClean="0"/>
          </a:p>
          <a:p>
            <a:pPr algn="r"/>
            <a:r>
              <a:rPr lang="en-US" altLang="zh-TW" dirty="0" smtClean="0"/>
              <a:t>401530002  </a:t>
            </a:r>
            <a:r>
              <a:rPr lang="zh-TW" altLang="en-US" dirty="0" smtClean="0"/>
              <a:t>許雅涵</a:t>
            </a:r>
            <a:endParaRPr lang="en-US" altLang="zh-TW" dirty="0" smtClean="0"/>
          </a:p>
          <a:p>
            <a:pPr algn="r"/>
            <a:r>
              <a:rPr lang="en-US" altLang="zh-TW" dirty="0" smtClean="0"/>
              <a:t>400530036  </a:t>
            </a:r>
            <a:r>
              <a:rPr lang="zh-TW" altLang="en-US" dirty="0" smtClean="0"/>
              <a:t>鄒政憲</a:t>
            </a:r>
            <a:endParaRPr lang="en-US" altLang="zh-TW" dirty="0" smtClean="0"/>
          </a:p>
          <a:p>
            <a:pPr algn="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847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1017898" y="1124744"/>
            <a:ext cx="1080120" cy="64574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What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1017898" y="2495228"/>
            <a:ext cx="1080120" cy="64574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How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623778" y="2341044"/>
            <a:ext cx="3662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TW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建置</a:t>
            </a:r>
            <a:r>
              <a:rPr lang="en-US" altLang="zh-TW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GUI</a:t>
            </a:r>
          </a:p>
          <a:p>
            <a:pPr marL="285750" indent="-285750">
              <a:buFontTx/>
              <a:buChar char="-"/>
            </a:pPr>
            <a:r>
              <a:rPr lang="en-US" altLang="zh-TW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zh-TW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資料存取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631410" y="1032115"/>
            <a:ext cx="445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養成遊戲，藉由打怪物提高等級，增強戰力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 descr="http://pic.3h3.com/up/2013-7/2013772929093903436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89" y="4496235"/>
            <a:ext cx="3058311" cy="23135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mepopedia.com/~web104-2a/hw05/hw05-1035445001/images/20141218151932_13286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41" y="4720755"/>
            <a:ext cx="1551633" cy="18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圓角矩形 10"/>
          <p:cNvSpPr/>
          <p:nvPr/>
        </p:nvSpPr>
        <p:spPr>
          <a:xfrm>
            <a:off x="912875" y="3850495"/>
            <a:ext cx="1290166" cy="64574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smtClean="0"/>
              <a:t>Others</a:t>
            </a:r>
            <a:endParaRPr lang="zh-TW" altLang="en-US" sz="28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631410" y="3573200"/>
            <a:ext cx="4164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加入打怪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音效、背景音樂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劇情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NPC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對話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8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相鄰">
  <a:themeElements>
    <a:clrScheme name="相鄰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相鄰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51</TotalTime>
  <Words>40</Words>
  <Application>Microsoft Office PowerPoint</Application>
  <PresentationFormat>如螢幕大小 (4:3)</PresentationFormat>
  <Paragraphs>13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相鄰</vt:lpstr>
      <vt:lpstr>Game Application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Application</dc:title>
  <dc:creator>許雅涵</dc:creator>
  <cp:lastModifiedBy>chiu</cp:lastModifiedBy>
  <cp:revision>6</cp:revision>
  <dcterms:created xsi:type="dcterms:W3CDTF">2016-05-16T06:40:40Z</dcterms:created>
  <dcterms:modified xsi:type="dcterms:W3CDTF">2016-05-23T16:54:37Z</dcterms:modified>
</cp:coreProperties>
</file>